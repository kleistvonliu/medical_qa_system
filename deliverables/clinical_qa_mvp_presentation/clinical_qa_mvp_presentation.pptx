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868680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CLINICAL QA MVP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47" b="1" dirty="0">
                <a:solidFill>
                  <a:srgbClr val="0F172A"/>
                </a:solidFill>
              </a:rPr>
              <a:t>Grounded Clinical QA with ClinicalTrials.gov and PubMed</a:t>
            </a:r>
            <a:endParaRPr lang="en-US" sz="2847" dirty="0"/>
          </a:p>
        </p:txBody>
      </p:sp>
      <p:sp>
        <p:nvSpPr>
          <p:cNvPr id="5" name="Text 3"/>
          <p:cNvSpPr/>
          <p:nvPr/>
        </p:nvSpPr>
        <p:spPr>
          <a:xfrm>
            <a:off x="676656" y="2221992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 working local MVP for evidence-grounded retrieval, bounded synthesis, inspectable citations, and conservative fallback behavior.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" y="297180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25-30 minute walkthrough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24912" y="2971800"/>
            <a:ext cx="2121408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299923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FastAPI + React + SQLite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12280" y="749808"/>
            <a:ext cx="22402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48856" y="804672"/>
            <a:ext cx="64008" cy="950976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89611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76872" y="1316736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 single-turn clinical QA app that retrieves live evidence and returns structured answers with citations.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62288" y="749808"/>
            <a:ext cx="2404872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F1B7B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98864" y="804672"/>
            <a:ext cx="64008" cy="950976"/>
          </a:xfrm>
          <a:prstGeom prst="roundRect">
            <a:avLst>
              <a:gd name="adj" fmla="val 42857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89611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it is not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1316736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Not a diagnosis engine. The model does not replace a clinician or act as the source of truth.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9712" y="2011680"/>
            <a:ext cx="1115568" cy="932688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5798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0" y="2514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evidence sources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83296" y="2011680"/>
            <a:ext cx="111556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215798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93024" y="2514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 stages in UI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26880" y="2011680"/>
            <a:ext cx="1115568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215798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36608" y="2514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 automated tests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70464" y="2011680"/>
            <a:ext cx="969264" cy="932688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80192" y="215798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680192" y="25146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flows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" y="3840480"/>
            <a:ext cx="10936224" cy="173736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041648"/>
            <a:ext cx="1508760" cy="27432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40873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 PHILOSOPHY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6112" y="4407408"/>
            <a:ext cx="6400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The model is not the source of truth. Retrieved evidence is the source of truth, and the product is designed to make that visible.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43800" y="4361688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Provider-neutral: OpenAI or local vLLM through the same backend path.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43800" y="474573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08392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Inspectable UI: source drawer, grouped citations, and full pipeline trace.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43800" y="5129784"/>
            <a:ext cx="100584" cy="1005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8392" y="5065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Conservative failure handling: extractive fallback if generation or citation validation fails.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Clinical QA MVP overview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TALK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7" b="1" dirty="0">
                <a:solidFill>
                  <a:srgbClr val="0F172A"/>
                </a:solidFill>
              </a:rPr>
              <a:t>How the 30-minute walkthrough is structured</a:t>
            </a:r>
            <a:endParaRPr lang="en-US" sz="2647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deck follows the implemented code path: product framing, request flow, source-specific retrieval, grounding, and production tradeoffs.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2011680"/>
            <a:ext cx="3154680" cy="1682496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396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62656" y="213969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21671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523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 and 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71216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What the user sees, what the frontend exposes, and the deliberate non-goals.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553712" y="2011680"/>
            <a:ext cx="3154680" cy="168249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21396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213969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1671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2523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Request lifecycle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18304" y="2871216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From POST /api/qa through cache, intent extraction, retrieval, reranking, synthesis, and trace assembly.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357616" y="2011680"/>
            <a:ext cx="3154680" cy="168249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2208" y="21396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70464" y="213969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70464" y="21671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22208" y="2523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Retrieval by source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22208" y="2871216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Why ClinicalTrials.gov and PubMed use different query planning, normalization, and snippet shapes.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670048" y="4169664"/>
            <a:ext cx="3154680" cy="1682496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297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82896" y="429768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4325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46817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Grounding and safeguards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4640" y="5029200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Structured outputs, citation normalization, degraded mode, and why the model stays constrained.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473952" y="4169664"/>
            <a:ext cx="3154680" cy="168249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42976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0" y="429768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325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38544" y="46817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Tradeoffs and next steps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38544" y="5029200"/>
            <a:ext cx="2724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What this MVP intentionally does not solve yet and what I would build next.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49808" y="5870448"/>
            <a:ext cx="109728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6384" y="5925312"/>
            <a:ext cx="64008" cy="27432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6035040"/>
            <a:ext cx="106801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Framing line for the interview: this is an implemented MVP walkthrough, not a purely hypothetical architecture whiteboard.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Agenda aligned to the implemented repo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The user experience is optimized for inspectability, not chat polish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React app accepts one clinical question at a time, renders a structured answer, and keeps the underlying evidence visible.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1993392"/>
            <a:ext cx="3200400" cy="3547872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48256"/>
            <a:ext cx="64008" cy="343814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3969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the user can control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560320"/>
            <a:ext cx="2907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6" dirty="0">
                <a:solidFill>
                  <a:srgbClr val="334155"/>
                </a:solidFill>
              </a:rPr>
              <a:t>Question input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334155"/>
                </a:solidFill>
              </a:rPr>
              <a:t>Recruiting trials only toggle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334155"/>
                </a:solidFill>
              </a:rPr>
              <a:t>Recent literature only toggle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334155"/>
                </a:solidFill>
              </a:rPr>
              <a:t>Max sources slider (3-8)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334155"/>
                </a:solidFill>
              </a:rPr>
              <a:t>Example questions for the three route families</a:t>
            </a:r>
            <a:endParaRPr lang="en-US" sz="1216" dirty="0"/>
          </a:p>
        </p:txBody>
      </p:sp>
      <p:sp>
        <p:nvSpPr>
          <p:cNvPr id="11" name="Shape 9"/>
          <p:cNvSpPr/>
          <p:nvPr/>
        </p:nvSpPr>
        <p:spPr>
          <a:xfrm>
            <a:off x="4224528" y="1993392"/>
            <a:ext cx="7187184" cy="3547872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2157984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22037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UI ANATOMY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80560" y="2523744"/>
            <a:ext cx="2029968" cy="1078992"/>
          </a:xfrm>
          <a:prstGeom prst="roundRect">
            <a:avLst>
              <a:gd name="adj" fmla="val 10169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7136" y="257860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Direct answer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152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Single answer block with degraded-mode badge when the system falls back.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647688" y="2523744"/>
            <a:ext cx="202996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84264" y="257860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this answer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Evidence bullets distilled from the selected snippets.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814816" y="2523744"/>
            <a:ext cx="2029968" cy="1078992"/>
          </a:xfrm>
          <a:prstGeom prst="roundRect">
            <a:avLst>
              <a:gd name="adj" fmla="val 10169"/>
            </a:avLst>
          </a:prstGeom>
          <a:solidFill>
            <a:srgbClr val="FDE2D9"/>
          </a:solidFill>
          <a:ln w="15240">
            <a:solidFill>
              <a:srgbClr val="F1B7B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51392" y="257860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79408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</a:rPr>
              <a:t>Uncertainty is separated from the main answer rather than hidden inside it.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480560" y="3822192"/>
            <a:ext cx="3401568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17136" y="3877056"/>
            <a:ext cx="64008" cy="1225296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9684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Grouped citations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45152" y="43891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Citations are grouped by source type and each card opens a source drawer with cached metadata plus all available snippets.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3822192"/>
            <a:ext cx="2798064" cy="1335024"/>
          </a:xfrm>
          <a:prstGeom prst="roundRect">
            <a:avLst>
              <a:gd name="adj" fmla="val 8219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877056"/>
            <a:ext cx="64008" cy="1225296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39684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Pipeline trace drawer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11312" y="4389120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Users can inspect route, cache hit, total ms, stage metrics, stage cards, and raw JSON for every pipeline step.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" y="5897880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58338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The frontend stays thin by design. It submits the request, renders the structured response, and exposes inspectability through drawers instead of hiding the pipeline.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 behavior from frontend/src/App.tsx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The system is modular: retrieval, reranking, synthesis, validation, and trace assembly are separate steps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orchestration sits in qa.py, while source-specific logic and provider logic stay isolated in their own service modules.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6559" y="1828800"/>
            <a:ext cx="7210697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" y="5248656"/>
            <a:ext cx="3337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5303520"/>
            <a:ext cx="64008" cy="73152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539496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Core backend modules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5815584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qa.py, clinicaltrials.py, pubmed.py, rerank.py, llm_service.py, cache.py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79392" y="5248656"/>
            <a:ext cx="3447288" cy="841248"/>
          </a:xfrm>
          <a:prstGeom prst="roundRect">
            <a:avLst>
              <a:gd name="adj" fmla="val 13043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5968" y="5303520"/>
            <a:ext cx="64008" cy="73152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43984" y="5394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Public API surface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43984" y="5815584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POST /api/qa, GET /api/sources/{source_type}/{source_id}, GET /api/health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18704" y="5248656"/>
            <a:ext cx="350215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FEF3C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55280" y="5303520"/>
            <a:ext cx="64008" cy="73152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3296" y="539496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MVP boundary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83296" y="5815584"/>
            <a:ext cx="3209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Single-turn product, live retrieval + TTL cache, abstract-grounded PubMed baseline, bounded evidence window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 request path and module boundaries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The request lifecycle is visible as real pipeline stages in the product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If an answer is wrong, the trace makes it possible to see whether the failure came from routing, retrieval, ranking, generation, or citation handling.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8583" y="1901952"/>
            <a:ext cx="744093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" y="4041648"/>
            <a:ext cx="334670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4096512"/>
            <a:ext cx="64008" cy="121615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41879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the trace matters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4608576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Bad clinical QA systems often fail silently. This one exposes stage summaries, metrics, cards, and raw JSON so debugging stays concrete.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15968" y="4041648"/>
            <a:ext cx="3346704" cy="1325880"/>
          </a:xfrm>
          <a:prstGeom prst="roundRect">
            <a:avLst>
              <a:gd name="adj" fmla="val 8276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52544" y="4096512"/>
            <a:ext cx="64008" cy="121615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41879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Trace summary fields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0560" y="4608576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route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cache_hit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total_ms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degraded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optional degraded_reason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63840" y="4041648"/>
            <a:ext cx="354787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00416" y="4096512"/>
            <a:ext cx="64008" cy="121615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28432" y="418795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Stage payload examples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28432" y="4608576"/>
            <a:ext cx="3255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query params for retrieval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search term for PubMed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top reranked snippets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citation ids and validation status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6112" y="584301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0704" y="57790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This is a product feature, not just a developer convenience. The UI deliberately surfaces evidence provenance and processing trace to build trust.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 stages come directly from backend/app/services/qa.py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CLINICALTRIALS.GOV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Trial retrieval is source-aware rather than generic full-text search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backend preserves trial semantics such as recruiting status, phase, eligibility, and outcomes instead of flattening everything into one search string.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3803904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993392"/>
            <a:ext cx="64008" cy="343814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8483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Query planning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05456"/>
            <a:ext cx="35112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Primary structured fields: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query.cond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query.intr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query.term fallback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Status-aware behavior: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recruiting questions apply RECRUITING at retrieval time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ongoing questions widen the status window</a:t>
            </a:r>
            <a:endParaRPr lang="en-US" sz="1246" dirty="0"/>
          </a:p>
        </p:txBody>
      </p:sp>
      <p:sp>
        <p:nvSpPr>
          <p:cNvPr id="11" name="Shape 9"/>
          <p:cNvSpPr/>
          <p:nvPr/>
        </p:nvSpPr>
        <p:spPr>
          <a:xfrm>
            <a:off x="4718304" y="1938528"/>
            <a:ext cx="2999232" cy="3547872"/>
          </a:xfrm>
          <a:prstGeom prst="roundRect">
            <a:avLst>
              <a:gd name="adj" fmla="val 3659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93392"/>
            <a:ext cx="64008" cy="343814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08483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Normalized trial snippets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2505456"/>
            <a:ext cx="27066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status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summary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eligibility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outcomes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Each study becomes a NormalizedSource with stable snippet ids and source metadata preserved.</a:t>
            </a:r>
            <a:endParaRPr lang="en-US" sz="1246" dirty="0"/>
          </a:p>
        </p:txBody>
      </p:sp>
      <p:sp>
        <p:nvSpPr>
          <p:cNvPr id="15" name="Shape 13"/>
          <p:cNvSpPr/>
          <p:nvPr/>
        </p:nvSpPr>
        <p:spPr>
          <a:xfrm>
            <a:off x="7900416" y="1938528"/>
            <a:ext cx="35478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36992" y="1993392"/>
            <a:ext cx="64008" cy="151790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208483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Example routed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65008" y="2505456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Are there any recruiting clinical trials for pembrolizumab in metastatic triple-negative breast cancer?</a:t>
            </a:r>
            <a:endParaRPr lang="en-US" sz="1246" dirty="0"/>
          </a:p>
        </p:txBody>
      </p:sp>
      <p:sp>
        <p:nvSpPr>
          <p:cNvPr id="19" name="Shape 17"/>
          <p:cNvSpPr/>
          <p:nvPr/>
        </p:nvSpPr>
        <p:spPr>
          <a:xfrm>
            <a:off x="7900416" y="3675888"/>
            <a:ext cx="3547872" cy="1810512"/>
          </a:xfrm>
          <a:prstGeom prst="roundRect">
            <a:avLst>
              <a:gd name="adj" fmla="val 6061"/>
            </a:avLst>
          </a:prstGeom>
          <a:solidFill>
            <a:srgbClr val="FDE2D9"/>
          </a:solidFill>
          <a:ln w="15240">
            <a:solidFill>
              <a:srgbClr val="F1B7B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6992" y="3730752"/>
            <a:ext cx="64008" cy="1700784"/>
          </a:xfrm>
          <a:prstGeom prst="roundRect">
            <a:avLst>
              <a:gd name="adj" fmla="val 42857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382219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Real bug that got fixed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65008" y="4242816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Earlier logic could retrieve only a few trials and then filter for recruiting status afterward. That could truncate away the true recruiting matches and produce a false no-trials answer.</a:t>
            </a:r>
            <a:endParaRPr lang="en-US" sz="1246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ClinicalTrials planning and normalization from backend/app/services/clinicaltrials.py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PUBMED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PubMed follows a different retrieval path and stays honest about abstract-level grounding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This branch builds PubMed-style title or abstract clauses, retrieves PMIDs first, then expands into metadata plus abstract chunks.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1956816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11680"/>
            <a:ext cx="64008" cy="345643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0312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Three-step retrieval chain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523744"/>
            <a:ext cx="316382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1. esearch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Find candidate PMIDs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2. esummary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Pull titles, journals, authors, publication metadata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3. efetch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Parse abstract text into sentence-level chunks</a:t>
            </a:r>
            <a:endParaRPr lang="en-US" sz="1246" dirty="0"/>
          </a:p>
        </p:txBody>
      </p:sp>
      <p:sp>
        <p:nvSpPr>
          <p:cNvPr id="11" name="Shape 9"/>
          <p:cNvSpPr/>
          <p:nvPr/>
        </p:nvSpPr>
        <p:spPr>
          <a:xfrm>
            <a:off x="4443984" y="1956816"/>
            <a:ext cx="3401568" cy="3566160"/>
          </a:xfrm>
          <a:prstGeom prst="roundRect">
            <a:avLst>
              <a:gd name="adj" fmla="val 3226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011680"/>
            <a:ext cx="64008" cy="345643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103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Query inputs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08576" y="2523744"/>
            <a:ext cx="3108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condition terms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intervention terms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population terms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outcome terms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These become conservative title or abstract clauses, optionally with a recent-publication date filter.</a:t>
            </a:r>
            <a:endParaRPr lang="en-US" sz="1246" dirty="0"/>
          </a:p>
        </p:txBody>
      </p:sp>
      <p:sp>
        <p:nvSpPr>
          <p:cNvPr id="15" name="Shape 13"/>
          <p:cNvSpPr/>
          <p:nvPr/>
        </p:nvSpPr>
        <p:spPr>
          <a:xfrm>
            <a:off x="8065008" y="1956816"/>
            <a:ext cx="3310128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2011680"/>
            <a:ext cx="64008" cy="1481328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103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Snippet types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523744"/>
            <a:ext cx="3017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8" dirty="0">
                <a:solidFill>
                  <a:srgbClr val="334155"/>
                </a:solidFill>
              </a:rPr>
              <a:t>title</a:t>
            </a:r>
            <a:endParaRPr lang="en-US" sz="1238" dirty="0"/>
          </a:p>
          <a:p>
            <a:pPr indent="0" marL="0">
              <a:buNone/>
            </a:pPr>
            <a:r>
              <a:rPr lang="en-US" sz="1238" dirty="0">
                <a:solidFill>
                  <a:srgbClr val="334155"/>
                </a:solidFill>
              </a:rPr>
              <a:t>metadata</a:t>
            </a:r>
            <a:endParaRPr lang="en-US" sz="1238" dirty="0"/>
          </a:p>
          <a:p>
            <a:pPr indent="0" marL="0">
              <a:buNone/>
            </a:pPr>
            <a:r>
              <a:rPr lang="en-US" sz="1238" dirty="0">
                <a:solidFill>
                  <a:srgbClr val="334155"/>
                </a:solidFill>
              </a:rPr>
              <a:t>abstract_1 ... abstract_n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8065008" y="3675888"/>
            <a:ext cx="3310128" cy="1847088"/>
          </a:xfrm>
          <a:prstGeom prst="roundRect">
            <a:avLst>
              <a:gd name="adj" fmla="val 5941"/>
            </a:avLst>
          </a:prstGeom>
          <a:solidFill>
            <a:srgbClr val="FEF3C7"/>
          </a:solidFill>
          <a:ln w="15240">
            <a:solidFill>
              <a:srgbClr val="FEF3C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1584" y="3730752"/>
            <a:ext cx="64008" cy="173736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22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Current limitation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242816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The MVP is abstract-grounded unless richer article text is available. That limitation is surfaced directly in answer limitations rather than hidden.</a:t>
            </a:r>
            <a:endParaRPr lang="en-US" sz="1246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PubMed flow from backend/app/services/pubmed.py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RERANKING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The evidence window is deliberately bounded before the model sees it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Instead of building a full vector database first, the MVP reranks live-retrieved snippets and enforces source diversity.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1938528"/>
            <a:ext cx="36576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93392"/>
            <a:ext cx="64008" cy="336499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8483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Hybrid scoring formula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505456"/>
            <a:ext cx="336499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0.35 source rank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0.35 keyword overlap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0.30 embedding similarity when embeddings are enabled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If embeddings are disabled, the weights renormalize automatically instead of breaking the pipeline.</a:t>
            </a:r>
            <a:endParaRPr lang="en-US" sz="1246" dirty="0"/>
          </a:p>
        </p:txBody>
      </p:sp>
      <p:sp>
        <p:nvSpPr>
          <p:cNvPr id="11" name="Shape 9"/>
          <p:cNvSpPr/>
          <p:nvPr/>
        </p:nvSpPr>
        <p:spPr>
          <a:xfrm>
            <a:off x="4645152" y="1938528"/>
            <a:ext cx="3145536" cy="3474720"/>
          </a:xfrm>
          <a:prstGeom prst="roundRect">
            <a:avLst>
              <a:gd name="adj" fmla="val 3488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993392"/>
            <a:ext cx="64008" cy="336499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084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Diversity control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9744" y="2505456"/>
            <a:ext cx="285292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Top-k selection caps each source at two snippets first, then backfills from overflow. That prevents one paper or one trial from dominating the answer window.</a:t>
            </a:r>
            <a:endParaRPr lang="en-US" sz="1246" dirty="0"/>
          </a:p>
        </p:txBody>
      </p:sp>
      <p:sp>
        <p:nvSpPr>
          <p:cNvPr id="15" name="Shape 13"/>
          <p:cNvSpPr/>
          <p:nvPr/>
        </p:nvSpPr>
        <p:spPr>
          <a:xfrm>
            <a:off x="8010144" y="1938528"/>
            <a:ext cx="334670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993392"/>
            <a:ext cx="64008" cy="1444752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208483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Trial snippets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74736" y="2505456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eligibility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outcomes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639312"/>
            <a:ext cx="3346704" cy="1773936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3694176"/>
            <a:ext cx="64008" cy="1664208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378561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Literature snippets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4736" y="4206240"/>
            <a:ext cx="30540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title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abstract chunks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Different snippet shapes preserve source semantics and improve explanation quality.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HybridReranker behavior from backend/app/services/rerank.py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The LLM is a constrained synthesizer, not a source of truth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same OpenAI-compatible interface supports OpenAI and local vLLM, but generation only happens after evidence retrieval and reranking.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33832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975104"/>
            <a:ext cx="64008" cy="146304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665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LLM use #1: intent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3090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7" dirty="0">
                <a:solidFill>
                  <a:srgbClr val="334155"/>
                </a:solidFill>
              </a:rPr>
              <a:t>Outputs QuestionIntent with route, focus, extracted condition or intervention or population or outcome terms, and merged filters.</a:t>
            </a:r>
            <a:endParaRPr lang="en-US" sz="1117" dirty="0"/>
          </a:p>
        </p:txBody>
      </p:sp>
      <p:sp>
        <p:nvSpPr>
          <p:cNvPr id="11" name="Shape 9"/>
          <p:cNvSpPr/>
          <p:nvPr/>
        </p:nvSpPr>
        <p:spPr>
          <a:xfrm>
            <a:off x="749808" y="3657600"/>
            <a:ext cx="3383280" cy="1755648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3712464"/>
            <a:ext cx="64008" cy="164592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0390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LLM use #2: answer drafting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30906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5" dirty="0">
                <a:solidFill>
                  <a:srgbClr val="334155"/>
                </a:solidFill>
              </a:rPr>
              <a:t>Outputs QAAnswerDraft with direct_answer, why_this_answer, limitations, and citation_ids grounded in retrieved snippets.</a:t>
            </a:r>
            <a:endParaRPr lang="en-US" sz="1215" dirty="0"/>
          </a:p>
        </p:txBody>
      </p:sp>
      <p:sp>
        <p:nvSpPr>
          <p:cNvPr id="15" name="Shape 13"/>
          <p:cNvSpPr/>
          <p:nvPr/>
        </p:nvSpPr>
        <p:spPr>
          <a:xfrm>
            <a:off x="4315968" y="1920240"/>
            <a:ext cx="3401568" cy="349300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52544" y="1975104"/>
            <a:ext cx="64008" cy="338328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0665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Provider-neutral config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487168"/>
            <a:ext cx="31089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CHAT_PROVIDER = openai | vllm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EMBED_PROVIDER = openai | vllm | none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One backend path can demo against hosted models or a local GPU server without rewriting the pipeline.</a:t>
            </a:r>
            <a:endParaRPr lang="en-US" sz="1246" dirty="0"/>
          </a:p>
        </p:txBody>
      </p:sp>
      <p:sp>
        <p:nvSpPr>
          <p:cNvPr id="19" name="Shape 17"/>
          <p:cNvSpPr/>
          <p:nvPr/>
        </p:nvSpPr>
        <p:spPr>
          <a:xfrm>
            <a:off x="7900416" y="1920240"/>
            <a:ext cx="3511296" cy="3493008"/>
          </a:xfrm>
          <a:prstGeom prst="roundRect">
            <a:avLst>
              <a:gd name="adj" fmla="val 3141"/>
            </a:avLst>
          </a:prstGeom>
          <a:solidFill>
            <a:srgbClr val="FDE2D9"/>
          </a:solidFill>
          <a:ln w="15240">
            <a:solidFill>
              <a:srgbClr val="F1B7B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6992" y="1975104"/>
            <a:ext cx="64008" cy="3383280"/>
          </a:xfrm>
          <a:prstGeom prst="roundRect">
            <a:avLst>
              <a:gd name="adj" fmla="val 42857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06654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Safeguard ladder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65008" y="2487168"/>
            <a:ext cx="321868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strip residual thinking text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normalize source ids back to snippet ids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validate citation ids against retrieved evidence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retry invalid structured output once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fallback to extractive answer if support is still weak</a:t>
            </a:r>
            <a:endParaRPr lang="en-US" sz="1246" dirty="0"/>
          </a:p>
        </p:txBody>
      </p:sp>
      <p:sp>
        <p:nvSpPr>
          <p:cNvPr id="23" name="Shape 21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LLM orchestration and fallbacks from backend/app/services/llm_service.py and qa.py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88" b="1" dirty="0">
                <a:solidFill>
                  <a:srgbClr val="0F172A"/>
                </a:solidFill>
              </a:rPr>
              <a:t>Three real questions exercise the three route families</a:t>
            </a:r>
            <a:endParaRPr lang="en-US" sz="2288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These questions already exist in the frontend as example prompts and together they cover trials-first, PubMed-first, and blended retrieval.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1867" y="1874520"/>
            <a:ext cx="9900666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6112" y="5568696"/>
            <a:ext cx="100584" cy="1005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55046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The blended question is the hardest case. Retrieval is already solid, but answer planning across both source families is still the biggest open product challenge.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 prompts come directly from frontend/src/App.tsx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ENGINEERING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Trust comes from cache hygiene, traceability, and conservative degraded behavior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repo is not just a demo path. It includes caching rules, source detail endpoints, runtime-aware cache keys, and a backend test suite.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1975104"/>
            <a:ext cx="3419856" cy="3456432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29968"/>
            <a:ext cx="64008" cy="334670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2140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Cache discipline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3127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The query cache key includes normalized question, filters, max_sources, and runtime context. That prevents the same question under OpenAI and vLLM from incorrectly sharing a cached answer.</a:t>
            </a:r>
            <a:endParaRPr lang="en-US" sz="1246" dirty="0"/>
          </a:p>
        </p:txBody>
      </p:sp>
      <p:sp>
        <p:nvSpPr>
          <p:cNvPr id="11" name="Shape 9"/>
          <p:cNvSpPr/>
          <p:nvPr/>
        </p:nvSpPr>
        <p:spPr>
          <a:xfrm>
            <a:off x="4407408" y="1975104"/>
            <a:ext cx="3218688" cy="3456432"/>
          </a:xfrm>
          <a:prstGeom prst="roundRect">
            <a:avLst>
              <a:gd name="adj" fmla="val 3409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43984" y="2029968"/>
            <a:ext cx="64008" cy="334670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21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Operational endpoints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542032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GET /api/health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reports provider readiness and cache cleanup state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GET /api/sources/{source_type}/{source_id}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exposes cached normalized source data for citation drill-down</a:t>
            </a:r>
            <a:endParaRPr lang="en-US" sz="1246" dirty="0"/>
          </a:p>
        </p:txBody>
      </p:sp>
      <p:sp>
        <p:nvSpPr>
          <p:cNvPr id="15" name="Shape 13"/>
          <p:cNvSpPr/>
          <p:nvPr/>
        </p:nvSpPr>
        <p:spPr>
          <a:xfrm>
            <a:off x="7845552" y="1975104"/>
            <a:ext cx="356616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5240">
            <a:solidFill>
              <a:srgbClr val="F1B7B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82128" y="2029968"/>
            <a:ext cx="64008" cy="3346704"/>
          </a:xfrm>
          <a:prstGeom prst="roundRect">
            <a:avLst>
              <a:gd name="adj" fmla="val 42857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212140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Tests and degraded modes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10144" y="2542032"/>
            <a:ext cx="32735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30 automated backend tests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5 integration flows: trials-first, pubmed-first, blended, no results, provider failure fallback</a:t>
            </a:r>
            <a:endParaRPr lang="en-US" sz="1246" dirty="0"/>
          </a:p>
          <a:p>
            <a:pPr indent="0" marL="0">
              <a:buNone/>
            </a:pP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If the provider is unavailable or citations fail validation, the system returns an extractive answer instead of a broken one.</a:t>
            </a:r>
            <a:endParaRPr lang="en-US" sz="1246" dirty="0"/>
          </a:p>
        </p:txBody>
      </p:sp>
      <p:sp>
        <p:nvSpPr>
          <p:cNvPr id="19" name="Shape 17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Cache behavior from backend/app/services/cache.py; routes from backend/app/main.py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841248" cy="7315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TRADEOFFS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172A"/>
                </a:solidFill>
              </a:rPr>
              <a:t>This MVP is intentionally small, debuggable, and honest about its limits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current architecture solves source-aware retrieval and grounded synthesis first. Productionization would expand indexing, evaluation, and blended-answer planning.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1938528"/>
            <a:ext cx="5230368" cy="3639312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93392"/>
            <a:ext cx="64008" cy="352958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848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Current choices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505456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Live retrieval + TTL cache instead of a full offline ingestion pipeline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Bounded hybrid reranking instead of a vector database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Abstract-grounded PubMed baseline instead of implying full-text depth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Single-turn QA UI instead of multi-turn chat</a:t>
            </a:r>
            <a:endParaRPr lang="en-US" sz="1246" dirty="0"/>
          </a:p>
        </p:txBody>
      </p:sp>
      <p:sp>
        <p:nvSpPr>
          <p:cNvPr id="11" name="Shape 9"/>
          <p:cNvSpPr/>
          <p:nvPr/>
        </p:nvSpPr>
        <p:spPr>
          <a:xfrm>
            <a:off x="6199632" y="1938528"/>
            <a:ext cx="5212080" cy="3639312"/>
          </a:xfrm>
          <a:prstGeom prst="roundRect">
            <a:avLst>
              <a:gd name="adj" fmla="val 3015"/>
            </a:avLst>
          </a:prstGeom>
          <a:solidFill>
            <a:srgbClr val="ECFDF5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993392"/>
            <a:ext cx="64008" cy="3529584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08483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 would build next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2505456"/>
            <a:ext cx="4919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1. stronger offline indexing for latency, recall, and observability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2. a layered evaluation suite for route correctness, retrieval quality, snippet relevance, citation validity, and answer usefulness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3. better answer planning and evidence budgeting for blended questions</a:t>
            </a:r>
            <a:endParaRPr lang="en-US" sz="1246" dirty="0"/>
          </a:p>
          <a:p>
            <a:pPr indent="0" marL="0">
              <a:buNone/>
            </a:pPr>
            <a:r>
              <a:rPr lang="en-US" sz="1246" dirty="0">
                <a:solidFill>
                  <a:srgbClr val="334155"/>
                </a:solidFill>
              </a:rPr>
              <a:t>4. a richer full-text pipeline where licensing and availability allow it</a:t>
            </a:r>
            <a:endParaRPr lang="en-US" sz="1246" dirty="0"/>
          </a:p>
        </p:txBody>
      </p:sp>
      <p:sp>
        <p:nvSpPr>
          <p:cNvPr id="15" name="Shape 13"/>
          <p:cNvSpPr/>
          <p:nvPr/>
        </p:nvSpPr>
        <p:spPr>
          <a:xfrm>
            <a:off x="786384" y="5797296"/>
            <a:ext cx="10625328" cy="493776"/>
          </a:xfrm>
          <a:prstGeom prst="roundRect">
            <a:avLst>
              <a:gd name="adj" fmla="val 27778"/>
            </a:avLst>
          </a:prstGeom>
          <a:solidFill>
            <a:srgbClr val="115E59"/>
          </a:solidFill>
          <a:ln w="12700">
            <a:solidFill>
              <a:srgbClr val="115E5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916168"/>
            <a:ext cx="10222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Closing line: the model is not the source of truth. The retrieved evidence is the source of truth, and the system should make that visible.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Closing tradeoffs and next steps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QA MVP Grounded in ClinicalTrials.gov and PubMed</dc:title>
  <dc:subject>Clinical QA MVP presentation</dc:subject>
  <dc:creator>OpenAI Codex</dc:creator>
  <cp:lastModifiedBy>OpenAI Codex</cp:lastModifiedBy>
  <cp:revision>1</cp:revision>
  <dcterms:created xsi:type="dcterms:W3CDTF">2026-04-05T08:47:12Z</dcterms:created>
  <dcterms:modified xsi:type="dcterms:W3CDTF">2026-04-05T08:47:12Z</dcterms:modified>
</cp:coreProperties>
</file>